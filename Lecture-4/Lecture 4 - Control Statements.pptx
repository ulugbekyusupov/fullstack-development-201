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8" r:id="rId7"/>
    <p:sldId id="266" r:id="rId8"/>
    <p:sldId id="270" r:id="rId9"/>
    <p:sldId id="269" r:id="rId10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1"/>
    <p:restoredTop sz="95840"/>
  </p:normalViewPr>
  <p:slideViewPr>
    <p:cSldViewPr snapToGrid="0">
      <p:cViewPr varScale="1">
        <p:scale>
          <a:sx n="112" d="100"/>
          <a:sy n="112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S" dirty="0"/>
              <a:t>Control Structures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Structures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BAED2-10F2-195E-C752-EA8B4132EDE2}"/>
              </a:ext>
            </a:extLst>
          </p:cNvPr>
          <p:cNvSpPr txBox="1"/>
          <p:nvPr/>
        </p:nvSpPr>
        <p:spPr>
          <a:xfrm>
            <a:off x="838200" y="1690688"/>
            <a:ext cx="941451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are Control Structures?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the flow of execution in a program.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Execute code based on conditions.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Repeat code multiple times based on conditions.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3482-833B-A310-BC71-1886924B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20000" cy="83290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 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B1793B3-C927-9FB1-A465-10D266803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5470"/>
            <a:ext cx="4749800" cy="1219200"/>
          </a:xfrm>
          <a:prstGeom prst="rect">
            <a:avLst/>
          </a:prstGeom>
        </p:spPr>
      </p:pic>
      <p:pic>
        <p:nvPicPr>
          <p:cNvPr id="13" name="Picture 1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E212553-6BD3-451D-E103-DB28908E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3279"/>
            <a:ext cx="4749800" cy="18855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484F875-75D0-2E54-768D-61FC2639D1BE}"/>
              </a:ext>
            </a:extLst>
          </p:cNvPr>
          <p:cNvSpPr txBox="1"/>
          <p:nvPr/>
        </p:nvSpPr>
        <p:spPr>
          <a:xfrm>
            <a:off x="838200" y="1415847"/>
            <a:ext cx="640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Used to execude specific blocks of code based on conditions</a:t>
            </a:r>
          </a:p>
        </p:txBody>
      </p:sp>
      <p:pic>
        <p:nvPicPr>
          <p:cNvPr id="15" name="Picture 1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FF27FB0-44DF-7515-975B-F1FAFDBB6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25470"/>
            <a:ext cx="5257800" cy="32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2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7D63-85BF-B3BC-6FF1-FAE09992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 Statement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6716BFA-8541-1005-76DA-A4AAC573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57800" cy="396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5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FD9C-D02C-7434-4AEB-7142507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Loops Overview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6C35E-1870-AD90-0DC1-E1096A949D00}"/>
              </a:ext>
            </a:extLst>
          </p:cNvPr>
          <p:cNvSpPr txBox="1"/>
          <p:nvPr/>
        </p:nvSpPr>
        <p:spPr>
          <a:xfrm>
            <a:off x="838200" y="150602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Loops allow repeating a block of code multiple times.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1A4765-B663-5E07-645C-A33E4A15B339}"/>
              </a:ext>
            </a:extLst>
          </p:cNvPr>
          <p:cNvSpPr/>
          <p:nvPr/>
        </p:nvSpPr>
        <p:spPr>
          <a:xfrm>
            <a:off x="838200" y="2468880"/>
            <a:ext cx="1857375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EC123F-6D7B-B6F6-1988-7A6C853C93D4}"/>
              </a:ext>
            </a:extLst>
          </p:cNvPr>
          <p:cNvSpPr/>
          <p:nvPr/>
        </p:nvSpPr>
        <p:spPr>
          <a:xfrm>
            <a:off x="3253740" y="2468880"/>
            <a:ext cx="1857375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103CF7-6B7B-A403-8B06-FA660243D37A}"/>
              </a:ext>
            </a:extLst>
          </p:cNvPr>
          <p:cNvSpPr/>
          <p:nvPr/>
        </p:nvSpPr>
        <p:spPr>
          <a:xfrm>
            <a:off x="5669280" y="2468880"/>
            <a:ext cx="2110688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BB56E7-8893-C6B5-7971-8CFE47AF29D1}"/>
              </a:ext>
            </a:extLst>
          </p:cNvPr>
          <p:cNvSpPr/>
          <p:nvPr/>
        </p:nvSpPr>
        <p:spPr>
          <a:xfrm>
            <a:off x="1981200" y="4251127"/>
            <a:ext cx="1857375" cy="971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670921-6757-A4E0-0639-B91921E6E8B0}"/>
              </a:ext>
            </a:extLst>
          </p:cNvPr>
          <p:cNvSpPr/>
          <p:nvPr/>
        </p:nvSpPr>
        <p:spPr>
          <a:xfrm>
            <a:off x="4396740" y="4251127"/>
            <a:ext cx="1857375" cy="971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AFAB8-85B0-3012-5526-FCBAB91F2A43}"/>
              </a:ext>
            </a:extLst>
          </p:cNvPr>
          <p:cNvSpPr txBox="1"/>
          <p:nvPr/>
        </p:nvSpPr>
        <p:spPr>
          <a:xfrm>
            <a:off x="808932" y="2773918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A2B01-4C87-3123-795E-EACC0A8AFDEB}"/>
              </a:ext>
            </a:extLst>
          </p:cNvPr>
          <p:cNvSpPr txBox="1"/>
          <p:nvPr/>
        </p:nvSpPr>
        <p:spPr>
          <a:xfrm>
            <a:off x="3359125" y="2769989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4AEC3-B8EC-95EE-15E5-B104587DF0C1}"/>
              </a:ext>
            </a:extLst>
          </p:cNvPr>
          <p:cNvSpPr txBox="1"/>
          <p:nvPr/>
        </p:nvSpPr>
        <p:spPr>
          <a:xfrm>
            <a:off x="5591175" y="277475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1D64E-4B27-B5C8-A8FB-FE1AD1FAB564}"/>
              </a:ext>
            </a:extLst>
          </p:cNvPr>
          <p:cNvSpPr txBox="1"/>
          <p:nvPr/>
        </p:nvSpPr>
        <p:spPr>
          <a:xfrm>
            <a:off x="1941388" y="456176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for..in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56968-B87B-EC70-B1C0-50915B8D5DF5}"/>
              </a:ext>
            </a:extLst>
          </p:cNvPr>
          <p:cNvSpPr txBox="1"/>
          <p:nvPr/>
        </p:nvSpPr>
        <p:spPr>
          <a:xfrm>
            <a:off x="4362131" y="4561761"/>
            <a:ext cx="1980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for..of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1C56C5-FB87-FC0A-C19D-29299FAB8FB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254115" y="4709160"/>
            <a:ext cx="1849755" cy="277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80895C-C561-7A76-654F-FFACF095E6D4}"/>
              </a:ext>
            </a:extLst>
          </p:cNvPr>
          <p:cNvSpPr txBox="1"/>
          <p:nvPr/>
        </p:nvSpPr>
        <p:spPr>
          <a:xfrm>
            <a:off x="8103870" y="452449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Arrays and Objects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0A14A6-D1FD-14D0-F4B2-FDD229914DA7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695575" y="2954655"/>
            <a:ext cx="55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0A371B-50AB-7E18-BCFD-AC8C63F63CA2}"/>
              </a:ext>
            </a:extLst>
          </p:cNvPr>
          <p:cNvCxnSpPr/>
          <p:nvPr/>
        </p:nvCxnSpPr>
        <p:spPr>
          <a:xfrm>
            <a:off x="5111115" y="2952750"/>
            <a:ext cx="55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1533B3-C853-7605-C742-230A6318608D}"/>
              </a:ext>
            </a:extLst>
          </p:cNvPr>
          <p:cNvCxnSpPr/>
          <p:nvPr/>
        </p:nvCxnSpPr>
        <p:spPr>
          <a:xfrm>
            <a:off x="3843178" y="4746427"/>
            <a:ext cx="55816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6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98C9-700B-7923-5919-37F893DD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or &amp; while &amp; do-while</a:t>
            </a:r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7EAA4C91-1BD8-B341-3CBA-6A13659B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9247"/>
            <a:ext cx="6253140" cy="1497011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6016BFB-8372-5505-908C-E576F95E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328810"/>
            <a:ext cx="6215040" cy="1400351"/>
          </a:xfrm>
          <a:prstGeom prst="rect">
            <a:avLst/>
          </a:prstGeom>
        </p:spPr>
      </p:pic>
      <p:pic>
        <p:nvPicPr>
          <p:cNvPr id="9" name="Picture 8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A4FDA65D-888B-44F4-A76F-D5633E63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" y="4933919"/>
            <a:ext cx="6221390" cy="152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1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21D4-D57D-DBD6-95DE-049DB80F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3DA23-FA81-E999-8B06-CFF6567B288E}"/>
              </a:ext>
            </a:extLst>
          </p:cNvPr>
          <p:cNvSpPr txBox="1"/>
          <p:nvPr/>
        </p:nvSpPr>
        <p:spPr>
          <a:xfrm>
            <a:off x="838200" y="1577340"/>
            <a:ext cx="105155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Write a JavaScript program that displays the largest integer among two integers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conditional statement to find the sign of the product of three numbers.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Display an alert box with the specified sign.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numbers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3, -7,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 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sign is –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conditional statement to sort three numbers.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Display an alert box to show the results.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numbers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0, -1, 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 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4, 0, -1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for loop that iterates from 0 to 15.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iteration, it checks if the current number is odd or even, and displays a message on the screen.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Output :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"0 is even”, "1 is odd”, "2 is even"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64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962A-F537-DFE3-929E-C60FE5A0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85460" cy="82359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1798E-67DF-8F9E-749D-BECBB2DC7134}"/>
              </a:ext>
            </a:extLst>
          </p:cNvPr>
          <p:cNvSpPr txBox="1"/>
          <p:nvPr/>
        </p:nvSpPr>
        <p:spPr>
          <a:xfrm>
            <a:off x="838200" y="1937296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Write a JavaScript program that iterates integers from 1 to 100.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multiples of 3 print "Fizz" instead of the number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multiples of 5 print "Buzz".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numbers multiples of both 3 and 5 print "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FizzBuzz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Write a JavaScript program to find the Armstrong numbers of 3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 : An Armstrong number of three digits is an integer such that the sum of the cubes of its digits is equal to the number itself.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example, 371 is an Armstrong number since 3**3 + 7**3 + 1**3 = 371.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6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2360-E8AF-4289-C5FB-B62FD72C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1084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77EF2-1A23-D9C9-05A6-53B2BB19E844}"/>
              </a:ext>
            </a:extLst>
          </p:cNvPr>
          <p:cNvSpPr txBox="1"/>
          <p:nvPr/>
        </p:nvSpPr>
        <p:spPr>
          <a:xfrm>
            <a:off x="838200" y="1355011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  Write a JavaScript program that computes the average marks of the following students. Then, this average is used to determine the corresponding grade.</a:t>
            </a:r>
          </a:p>
        </p:txBody>
      </p:sp>
      <p:pic>
        <p:nvPicPr>
          <p:cNvPr id="7" name="Picture 6" descr="A white sheet with black lines&#10;&#10;Description automatically generated">
            <a:extLst>
              <a:ext uri="{FF2B5EF4-FFF2-40B4-BE49-F238E27FC236}">
                <a16:creationId xmlns:a16="http://schemas.microsoft.com/office/drawing/2014/main" id="{B0AFDDB1-C223-F240-33F1-DA3A54C1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1342"/>
            <a:ext cx="7772400" cy="2469555"/>
          </a:xfrm>
          <a:prstGeom prst="rect">
            <a:avLst/>
          </a:prstGeom>
        </p:spPr>
      </p:pic>
      <p:pic>
        <p:nvPicPr>
          <p:cNvPr id="9" name="Picture 8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B54FB4BA-EC38-ED17-F756-B281BD37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" y="4402991"/>
            <a:ext cx="6579870" cy="20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6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373</Words>
  <Application>Microsoft Macintosh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Control Structures</vt:lpstr>
      <vt:lpstr>Control Structures</vt:lpstr>
      <vt:lpstr>Conditional Statements </vt:lpstr>
      <vt:lpstr>switch Statement</vt:lpstr>
      <vt:lpstr>Loops Overview</vt:lpstr>
      <vt:lpstr>for &amp; while &amp; do-while</vt:lpstr>
      <vt:lpstr>Practice</vt:lpstr>
      <vt:lpstr>Practice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Structures</dc:title>
  <dc:creator>YUSUPOV MIRZOULUGBEK</dc:creator>
  <cp:lastModifiedBy>YUSUPOV MIRZOULUGBEK</cp:lastModifiedBy>
  <cp:revision>6</cp:revision>
  <dcterms:created xsi:type="dcterms:W3CDTF">2025-02-14T06:38:45Z</dcterms:created>
  <dcterms:modified xsi:type="dcterms:W3CDTF">2025-02-17T04:34:24Z</dcterms:modified>
</cp:coreProperties>
</file>