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1" r:id="rId5"/>
    <p:sldId id="262" r:id="rId6"/>
    <p:sldId id="260" r:id="rId7"/>
    <p:sldId id="267" r:id="rId8"/>
    <p:sldId id="263" r:id="rId9"/>
    <p:sldId id="259" r:id="rId10"/>
    <p:sldId id="264" r:id="rId11"/>
    <p:sldId id="265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840"/>
  </p:normalViewPr>
  <p:slideViewPr>
    <p:cSldViewPr snapToGrid="0">
      <p:cViewPr>
        <p:scale>
          <a:sx n="104" d="100"/>
          <a:sy n="104" d="100"/>
        </p:scale>
        <p:origin x="89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EDDB-4AC0-27FB-4EA9-E64264A2D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75810-866D-E389-78F0-F4F64418D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7AEA1-0CFA-0DF9-77BD-F784C005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21/02/25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42071-6737-A358-6ABF-2942E25E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B7606-F20F-0BAD-9330-8799E148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969428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10B6-9166-4D7D-5A46-9A01667E7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DDC87-6809-FCC2-6AEC-5891376F2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139DC-791F-111F-E7EB-927FC109D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21/02/25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95834-D745-F262-5D51-DA52594C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F7291-3321-7986-DC53-8FAA708C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224130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E0A42-830B-E54F-9554-9B6A8794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13B47-0672-51E5-C880-8784A93D0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16C90-A121-B950-45DE-C650806B0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21/02/25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04404-379F-6391-C8B6-C2F1282F2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63C48-540C-5CC3-3D0E-655734C13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2106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D9CE5-271E-5EE4-D1B5-088699439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AE7D-2E8D-194A-A8E8-B4036EBD2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A4AD1-192E-89D8-A773-2B1906341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E93A2-037B-757E-9991-0759B77BC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21/02/25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5F9BC-30B6-71FD-32E3-51C8CF18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73C3A-7AD9-7E81-23A6-1920CD43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960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DB1B-0CA4-2108-BFB6-CE0CA1D33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9069D-8178-04F2-CACC-D62E10BF4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1E179-B829-D26C-4864-D9CE34E1D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FD494-CBF9-A7E9-9423-3F9F705A6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8A331-E7D0-FA32-ACBD-F956CEBDF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ECC135-228E-F67B-C804-F9C504D4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21/02/25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05FA9B-3525-2FE8-8187-6D69AC52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DD6FE-E4ED-BF96-23BB-05DB203A4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51262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BE68-335C-2A00-C99A-95B80E78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6DA29-43A2-F2F4-1272-4FE63C4F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21/02/25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C362F-5EAC-B2DC-BE3D-E0BB7A0D2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6211C-42B4-4D26-8540-4225F2A0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71018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78DF8-E8AA-6383-0DCB-A062C640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21/02/25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1DC97-7BCA-7111-08CC-818F75CB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96877-C017-59B5-8AFF-E50043DA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76666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0B2C-94A2-C167-CAD8-D52725B8D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78BBF-9A08-907C-E2AB-8661F26F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45D4E-932B-3D22-0AE3-6D41436D9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13B62-6333-9DB2-0B98-84E283E19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21/02/25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E42AE-83D4-8096-73AB-A014597D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B92B5-462F-E7A1-8431-E1DEE4F1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190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5F6F4-F299-A06B-6C09-9AB3A9598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03F738-E265-2B6D-6104-EF3E72976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73AAD-EBA6-3B75-1D4F-B8D62B999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23E73-48D8-3315-4120-03AEA3BC8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21/02/25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E2E8D-13C9-1EA7-4BC6-42864440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B6390-84CB-1F66-99C1-DCE58685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5696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ACC3-27AF-0FB8-0EA3-9A76ADE3D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D14C88-6EB1-7FB8-E3B0-0895E9313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CE35A-4E04-D07C-98A8-1C4F5196D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21/02/25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C4E5D-2D07-7593-19B1-CB5CF70F2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27350-4D22-1461-50DC-6AB6E25F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05750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7B575-BFDD-A423-5EB3-BDA4379FA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101C8-6051-4910-F8D6-C792B1DDF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B96FB-0E14-8EB6-52BB-86A7F46A2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21/02/25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ECFAD-9F0B-FEBD-1B35-D4495B81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7CD3-0E58-3384-4A17-F8E729FC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0356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EFAA7-8914-8527-A91B-6B624907E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5E210-D269-D54C-985C-31A732180E63}" type="datetimeFigureOut">
              <a:rPr lang="en-UZ" smtClean="0"/>
              <a:t>21/02/25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C820C-84A1-F40C-05DC-D695AD007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9C557-8E2C-A035-E602-AAF975BA6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  <p:pic>
        <p:nvPicPr>
          <p:cNvPr id="10" name="Picture 9" descr="A close-up of a logo&#10;&#10;Description automatically generated">
            <a:extLst>
              <a:ext uri="{FF2B5EF4-FFF2-40B4-BE49-F238E27FC236}">
                <a16:creationId xmlns:a16="http://schemas.microsoft.com/office/drawing/2014/main" id="{122ED645-059C-94BB-DD01-D000C5C1A6B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10600" y="136525"/>
            <a:ext cx="3222625" cy="85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4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dGfo6I1yrA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01607-A900-1A69-33ED-99D7D46E1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04769"/>
            <a:ext cx="9144000" cy="1648461"/>
          </a:xfrm>
        </p:spPr>
        <p:txBody>
          <a:bodyPr/>
          <a:lstStyle/>
          <a:p>
            <a:r>
              <a:rPr lang="en-UZ" dirty="0"/>
              <a:t>Functions, Closures, Scopes in JavaScript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119B7-99F9-72C2-BCA0-9DE38446C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0550" y="4996498"/>
            <a:ext cx="3390900" cy="455612"/>
          </a:xfrm>
        </p:spPr>
        <p:txBody>
          <a:bodyPr/>
          <a:lstStyle/>
          <a:p>
            <a:r>
              <a:rPr lang="en-UZ" dirty="0"/>
              <a:t>Mirzoulugbek Yusupov</a:t>
            </a:r>
          </a:p>
        </p:txBody>
      </p:sp>
    </p:spTree>
    <p:extLst>
      <p:ext uri="{BB962C8B-B14F-4D97-AF65-F5344CB8AC3E}">
        <p14:creationId xmlns:p14="http://schemas.microsoft.com/office/powerpoint/2010/main" val="3827469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6E3DA-0698-BE93-672D-51E64952D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05C25-887F-2857-77F0-79D08E8A6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26262"/>
            <a:ext cx="5619750" cy="42148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4A1A68-F3F4-A193-2A17-48AFBD135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108" y="2012268"/>
            <a:ext cx="4382581" cy="42288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8484F0-D588-BA9A-A7CA-2B62E4185DC4}"/>
              </a:ext>
            </a:extLst>
          </p:cNvPr>
          <p:cNvSpPr txBox="1"/>
          <p:nvPr/>
        </p:nvSpPr>
        <p:spPr>
          <a:xfrm>
            <a:off x="838200" y="1321356"/>
            <a:ext cx="9883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function is a reusable block of code designed to perform a specific task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355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79BFBC-4A60-D386-B637-956DB1707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298324" cy="706930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Types of Functions</a:t>
            </a:r>
          </a:p>
        </p:txBody>
      </p:sp>
      <p:pic>
        <p:nvPicPr>
          <p:cNvPr id="7" name="Picture 6" descr="A black background with colorful text&#10;&#10;Description automatically generated">
            <a:extLst>
              <a:ext uri="{FF2B5EF4-FFF2-40B4-BE49-F238E27FC236}">
                <a16:creationId xmlns:a16="http://schemas.microsoft.com/office/drawing/2014/main" id="{EAF2F51E-7F0B-3DC0-EC54-80A428123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1218"/>
            <a:ext cx="3111500" cy="1460500"/>
          </a:xfrm>
          <a:prstGeom prst="rect">
            <a:avLst/>
          </a:prstGeom>
        </p:spPr>
      </p:pic>
      <p:pic>
        <p:nvPicPr>
          <p:cNvPr id="9" name="Picture 8" descr="A black background with colorful text&#10;&#10;Description automatically generated">
            <a:extLst>
              <a:ext uri="{FF2B5EF4-FFF2-40B4-BE49-F238E27FC236}">
                <a16:creationId xmlns:a16="http://schemas.microsoft.com/office/drawing/2014/main" id="{CA3E5B81-0916-1145-4A8E-544507493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237" y="2032728"/>
            <a:ext cx="3187525" cy="1464188"/>
          </a:xfrm>
          <a:prstGeom prst="rect">
            <a:avLst/>
          </a:prstGeom>
        </p:spPr>
      </p:pic>
      <p:pic>
        <p:nvPicPr>
          <p:cNvPr id="11" name="Picture 10" descr="A black background with colorful text&#10;&#10;Description automatically generated">
            <a:extLst>
              <a:ext uri="{FF2B5EF4-FFF2-40B4-BE49-F238E27FC236}">
                <a16:creationId xmlns:a16="http://schemas.microsoft.com/office/drawing/2014/main" id="{7D29EE58-CB3E-070D-8D0D-534672F53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5782" y="2031000"/>
            <a:ext cx="3133434" cy="1460499"/>
          </a:xfrm>
          <a:prstGeom prst="rect">
            <a:avLst/>
          </a:prstGeom>
        </p:spPr>
      </p:pic>
      <p:pic>
        <p:nvPicPr>
          <p:cNvPr id="13" name="Picture 12" descr="A black background with colorful letters and numbers&#10;&#10;Description automatically generated">
            <a:extLst>
              <a:ext uri="{FF2B5EF4-FFF2-40B4-BE49-F238E27FC236}">
                <a16:creationId xmlns:a16="http://schemas.microsoft.com/office/drawing/2014/main" id="{DFC4C5E1-5A5B-2B6F-4C4C-3903D3C9BB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911" y="4495517"/>
            <a:ext cx="3156558" cy="1211373"/>
          </a:xfrm>
          <a:prstGeom prst="rect">
            <a:avLst/>
          </a:prstGeom>
        </p:spPr>
      </p:pic>
      <p:pic>
        <p:nvPicPr>
          <p:cNvPr id="15" name="Picture 14" descr="A black background with colorful text&#10;&#10;Description automatically generated">
            <a:extLst>
              <a:ext uri="{FF2B5EF4-FFF2-40B4-BE49-F238E27FC236}">
                <a16:creationId xmlns:a16="http://schemas.microsoft.com/office/drawing/2014/main" id="{F2023CE5-6CBC-930F-816C-EA0E8F6A6E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8001" y="4415152"/>
            <a:ext cx="3187525" cy="182850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3E42E7-1FC8-98BB-9C72-C653C1A2C1AF}"/>
              </a:ext>
            </a:extLst>
          </p:cNvPr>
          <p:cNvSpPr txBox="1"/>
          <p:nvPr/>
        </p:nvSpPr>
        <p:spPr>
          <a:xfrm>
            <a:off x="1030015" y="1576159"/>
            <a:ext cx="255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1. Function Declaration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82DB1D-150D-4413-E42D-8BD3A8FC6272}"/>
              </a:ext>
            </a:extLst>
          </p:cNvPr>
          <p:cNvSpPr txBox="1"/>
          <p:nvPr/>
        </p:nvSpPr>
        <p:spPr>
          <a:xfrm>
            <a:off x="4772924" y="1576159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2. Function Expression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CC1F2B-E7CB-0FE2-23C0-1ED9A7CE6616}"/>
              </a:ext>
            </a:extLst>
          </p:cNvPr>
          <p:cNvSpPr txBox="1"/>
          <p:nvPr/>
        </p:nvSpPr>
        <p:spPr>
          <a:xfrm>
            <a:off x="8655526" y="1576159"/>
            <a:ext cx="1903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3. Arrow function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E5DD60-4141-FC6C-9E72-33EC9D7B6604}"/>
              </a:ext>
            </a:extLst>
          </p:cNvPr>
          <p:cNvSpPr txBox="1"/>
          <p:nvPr/>
        </p:nvSpPr>
        <p:spPr>
          <a:xfrm>
            <a:off x="1301979" y="4100649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4. IIFE Function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256802-4D6E-0A92-9CFE-B533DA12DC16}"/>
              </a:ext>
            </a:extLst>
          </p:cNvPr>
          <p:cNvSpPr txBox="1"/>
          <p:nvPr/>
        </p:nvSpPr>
        <p:spPr>
          <a:xfrm>
            <a:off x="5770384" y="3998363"/>
            <a:ext cx="258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5. Function Constructor</a:t>
            </a:r>
          </a:p>
        </p:txBody>
      </p:sp>
    </p:spTree>
    <p:extLst>
      <p:ext uri="{BB962C8B-B14F-4D97-AF65-F5344CB8AC3E}">
        <p14:creationId xmlns:p14="http://schemas.microsoft.com/office/powerpoint/2010/main" val="42149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8BAF5-BC75-D1B2-E6E8-2545543D1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6331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Execution Context - Brain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27283-2484-DC83-9F19-07A91688784B}"/>
              </a:ext>
            </a:extLst>
          </p:cNvPr>
          <p:cNvSpPr txBox="1"/>
          <p:nvPr/>
        </p:nvSpPr>
        <p:spPr>
          <a:xfrm>
            <a:off x="838200" y="1367522"/>
            <a:ext cx="94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Think of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execution context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as a box where JavaScript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runs the code step by step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Every time a function runs, JavaScript creates a new execution context.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75A75D-D09B-0110-CAAC-D0BA25674428}"/>
              </a:ext>
            </a:extLst>
          </p:cNvPr>
          <p:cNvSpPr txBox="1"/>
          <p:nvPr/>
        </p:nvSpPr>
        <p:spPr>
          <a:xfrm>
            <a:off x="838200" y="2252870"/>
            <a:ext cx="8877300" cy="1149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are two types of execution context: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Global Execution Context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(GEC)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Created when JavaScript starts.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 Execution Context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(FEC)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Created when a function runs.</a:t>
            </a:r>
          </a:p>
        </p:txBody>
      </p:sp>
      <p:pic>
        <p:nvPicPr>
          <p:cNvPr id="10" name="Picture 9" descr="A blue box with a code in it&#10;&#10;Description automatically generated">
            <a:extLst>
              <a:ext uri="{FF2B5EF4-FFF2-40B4-BE49-F238E27FC236}">
                <a16:creationId xmlns:a16="http://schemas.microsoft.com/office/drawing/2014/main" id="{2EF3FB19-E46D-8369-6B87-96004C8A9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96742"/>
            <a:ext cx="5208270" cy="28211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A5E15A-AAF1-CEBD-074D-D0A367511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737" y="3844300"/>
            <a:ext cx="5045063" cy="252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05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een card with black text&#10;&#10;Description automatically generated">
            <a:extLst>
              <a:ext uri="{FF2B5EF4-FFF2-40B4-BE49-F238E27FC236}">
                <a16:creationId xmlns:a16="http://schemas.microsoft.com/office/drawing/2014/main" id="{08E3B220-6EF6-FACA-96A8-7EE479DD9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84418"/>
            <a:ext cx="8255723" cy="4803116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62D76471-4D81-93D2-B05B-145103AD1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298324" cy="706930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Execution Context</a:t>
            </a:r>
          </a:p>
        </p:txBody>
      </p:sp>
      <p:sp>
        <p:nvSpPr>
          <p:cNvPr id="14" name="TextBox 13">
            <a:hlinkClick r:id="rId3"/>
            <a:extLst>
              <a:ext uri="{FF2B5EF4-FFF2-40B4-BE49-F238E27FC236}">
                <a16:creationId xmlns:a16="http://schemas.microsoft.com/office/drawing/2014/main" id="{563C478C-5543-1B02-250D-79E5089C0514}"/>
              </a:ext>
            </a:extLst>
          </p:cNvPr>
          <p:cNvSpPr txBox="1"/>
          <p:nvPr/>
        </p:nvSpPr>
        <p:spPr>
          <a:xfrm>
            <a:off x="838200" y="6155119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Z" dirty="0">
                <a:hlinkClick r:id="rId3"/>
              </a:rPr>
              <a:t>https://www.youtube.com/watch?v=zdGfo6I1yrA</a:t>
            </a:r>
            <a:endParaRPr lang="en-UZ" dirty="0"/>
          </a:p>
        </p:txBody>
      </p:sp>
    </p:spTree>
    <p:extLst>
      <p:ext uri="{BB962C8B-B14F-4D97-AF65-F5344CB8AC3E}">
        <p14:creationId xmlns:p14="http://schemas.microsoft.com/office/powerpoint/2010/main" val="3088893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1EC07-5B3C-1794-A2C1-A0C82EE5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6331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Lexical Environment -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1F5CD-3B49-0FD9-72C8-49A5825D7EEF}"/>
              </a:ext>
            </a:extLst>
          </p:cNvPr>
          <p:cNvSpPr txBox="1"/>
          <p:nvPr/>
        </p:nvSpPr>
        <p:spPr>
          <a:xfrm>
            <a:off x="838200" y="1789233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Lexical Environment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 concept in JavaScript that determines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how variables are stored and accessed in nested functions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1AE24A-9310-2F3B-4AD8-DC04E784D7B1}"/>
              </a:ext>
            </a:extLst>
          </p:cNvPr>
          <p:cNvSpPr txBox="1"/>
          <p:nvPr/>
        </p:nvSpPr>
        <p:spPr>
          <a:xfrm>
            <a:off x="838199" y="2839207"/>
            <a:ext cx="10515599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Lexical Environment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that stores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variable and function declarations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along with a reference to its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outer environment (parent scope)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Created whenever a function is invoked or a block is entered.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Contains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local variables, function declarations, and references to outer scopes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function creates its own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Lexical Environment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E41F67-4470-E78A-7AF3-F20AFFAE6405}"/>
              </a:ext>
            </a:extLst>
          </p:cNvPr>
          <p:cNvSpPr txBox="1"/>
          <p:nvPr/>
        </p:nvSpPr>
        <p:spPr>
          <a:xfrm>
            <a:off x="838200" y="5577187"/>
            <a:ext cx="8565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lexical environment is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storage system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variables and functions.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655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AB0BF-2E14-6231-2F70-D7A5FF9E6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Variable Environment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6FA6ED-FB8A-9FA5-5D98-DEE3E3AB78C4}"/>
              </a:ext>
            </a:extLst>
          </p:cNvPr>
          <p:cNvSpPr txBox="1"/>
          <p:nvPr/>
        </p:nvSpPr>
        <p:spPr>
          <a:xfrm>
            <a:off x="838199" y="1573597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Variable Environment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 part of the Lexical Environment that stores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only variables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defined within a function or block.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39A837-B921-3D66-2AAB-5746293F9F19}"/>
              </a:ext>
            </a:extLst>
          </p:cNvPr>
          <p:cNvSpPr txBox="1"/>
          <p:nvPr/>
        </p:nvSpPr>
        <p:spPr>
          <a:xfrm>
            <a:off x="838199" y="2383993"/>
            <a:ext cx="8478796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Holds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local variables only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(not function references).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for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storing and managing variable values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inside a function or block.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Functions are stored separately in the Lexical Environment.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7C67CF4E-17BE-1B7B-7F1F-D65FD2BE1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835590"/>
            <a:ext cx="8120450" cy="2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5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786C2-C1C2-9B03-1940-C23BCFD6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8767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Lexical Scoping – </a:t>
            </a:r>
            <a:r>
              <a:rPr lang="en-UZ" sz="4000" dirty="0">
                <a:latin typeface="Arial" panose="020B0604020202020204" pitchFamily="34" charset="0"/>
                <a:cs typeface="Arial" panose="020B0604020202020204" pitchFamily="34" charset="0"/>
              </a:rPr>
              <a:t>Visibility Rule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2E980C-1515-B5AE-0656-ADE3CB951189}"/>
              </a:ext>
            </a:extLst>
          </p:cNvPr>
          <p:cNvSpPr txBox="1"/>
          <p:nvPr/>
        </p:nvSpPr>
        <p:spPr>
          <a:xfrm>
            <a:off x="838200" y="1512089"/>
            <a:ext cx="11353800" cy="87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Lexical Scope means "where a variable is accessible" based on where it was written in the code.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Functions can access variables from their parent scope, parents cannot access child scope variables.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DF703A3-E450-7879-B626-34ADC2CB4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16565"/>
            <a:ext cx="6105595" cy="33147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41110C-D8A7-92A3-2B44-36D8F05F889B}"/>
              </a:ext>
            </a:extLst>
          </p:cNvPr>
          <p:cNvSpPr txBox="1"/>
          <p:nvPr/>
        </p:nvSpPr>
        <p:spPr>
          <a:xfrm>
            <a:off x="7077660" y="3136892"/>
            <a:ext cx="42761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Lexical Scope follows "inner functions can access outer variables, but not vice versa."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childVar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child()'s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lexical environment, so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parent()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cannot access it.</a:t>
            </a:r>
          </a:p>
        </p:txBody>
      </p:sp>
    </p:spTree>
    <p:extLst>
      <p:ext uri="{BB962C8B-B14F-4D97-AF65-F5344CB8AC3E}">
        <p14:creationId xmlns:p14="http://schemas.microsoft.com/office/powerpoint/2010/main" val="3947914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16B6E-36AB-5E45-F77C-AC8F3CF0D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Scope –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Where Variables Live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7F812-4304-EC7A-3B25-33231E3FFEC5}"/>
              </a:ext>
            </a:extLst>
          </p:cNvPr>
          <p:cNvSpPr txBox="1"/>
          <p:nvPr/>
        </p:nvSpPr>
        <p:spPr>
          <a:xfrm>
            <a:off x="838200" y="1553528"/>
            <a:ext cx="10515600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Scope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determines where variables and functions are accessible within your code.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are 3 types of scope in JavaScript: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Global Scope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 (Local) Scope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Block Scope (let and const)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F83CE7-41CC-ADF8-3CF7-83548A969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841" y="2461201"/>
            <a:ext cx="5707959" cy="395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025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36590-D249-C0D1-E18B-0A71E5997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2195"/>
            <a:ext cx="10515600" cy="746983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Closures – 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Remembering Variables</a:t>
            </a:r>
            <a:endParaRPr lang="en-UZ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E530B-91A4-A055-25C6-314A47380FEA}"/>
              </a:ext>
            </a:extLst>
          </p:cNvPr>
          <p:cNvSpPr txBox="1"/>
          <p:nvPr/>
        </p:nvSpPr>
        <p:spPr>
          <a:xfrm>
            <a:off x="838199" y="1515978"/>
            <a:ext cx="105155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closure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when a function "remembers" variables from its outer scope, even after the function has finished executing.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Closures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keep their lexical environment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alive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even when the outer function is gone.</a:t>
            </a:r>
          </a:p>
        </p:txBody>
      </p:sp>
      <p:pic>
        <p:nvPicPr>
          <p:cNvPr id="7" name="Picture 6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BAD66D2E-AD4C-CE7F-509C-E96F4DC89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934" y="2856823"/>
            <a:ext cx="4878864" cy="35989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9639E1-DC8D-53EC-D76F-5EF55761712D}"/>
              </a:ext>
            </a:extLst>
          </p:cNvPr>
          <p:cNvSpPr txBox="1"/>
          <p:nvPr/>
        </p:nvSpPr>
        <p:spPr>
          <a:xfrm>
            <a:off x="838199" y="3104465"/>
            <a:ext cx="5257801" cy="2533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outer()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runs and returns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inner(),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does not delete count.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returned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inner()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remembers count even though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outer()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finished.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counter()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keeps increasing count because the closure "remembers" its outer variables.</a:t>
            </a:r>
          </a:p>
        </p:txBody>
      </p:sp>
    </p:spTree>
    <p:extLst>
      <p:ext uri="{BB962C8B-B14F-4D97-AF65-F5344CB8AC3E}">
        <p14:creationId xmlns:p14="http://schemas.microsoft.com/office/powerpoint/2010/main" val="250410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A8599-425C-2972-D89F-1B36D410C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Are They Connected?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67ED4B-DCC0-3B0A-3CC3-790E4F3A5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6504"/>
            <a:ext cx="10515600" cy="464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951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796C-B953-FF17-4406-AC841DE5E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315F72-11AE-E874-B033-514845502BBB}"/>
              </a:ext>
            </a:extLst>
          </p:cNvPr>
          <p:cNvSpPr txBox="1"/>
          <p:nvPr/>
        </p:nvSpPr>
        <p:spPr>
          <a:xfrm>
            <a:off x="838200" y="1940011"/>
            <a:ext cx="1083893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Challenge 1 </a:t>
            </a: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Write a function named greet(name) in five different ways. The function should take a name as an argument and return "Hello, [name]!".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Challenge 2 -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Write a function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isPrime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(n) that returns true if n is prime, otherwise false.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 3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Write a function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countDigits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(n) that counts the number of digits in a given number.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 4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Write a function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isPalindrome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(n) that checks if a number reads the same forward and backward.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 5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Write a function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isArmstrong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(n) that checks if a number is an Armstrong number.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(An Armstrong number is a number that is equal to the sum of its own digits raised to the power of the number of digits.)</a:t>
            </a:r>
          </a:p>
        </p:txBody>
      </p:sp>
    </p:spTree>
    <p:extLst>
      <p:ext uri="{BB962C8B-B14F-4D97-AF65-F5344CB8AC3E}">
        <p14:creationId xmlns:p14="http://schemas.microsoft.com/office/powerpoint/2010/main" val="4052047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A0D8B-E4CE-BA46-2C12-D1AAFD9C2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22010" cy="1325563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DC39B-654D-E613-DD5C-CC7D980F7285}"/>
              </a:ext>
            </a:extLst>
          </p:cNvPr>
          <p:cNvSpPr txBox="1"/>
          <p:nvPr/>
        </p:nvSpPr>
        <p:spPr>
          <a:xfrm>
            <a:off x="838200" y="1421026"/>
            <a:ext cx="10515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Challenge 6 </a:t>
            </a: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a function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createCounter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(start) that returns an object with three methods: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increment() ➝ Increases the count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decrement() ➝ Decreases the count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getCount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 ➝ Returns the current count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 7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Create a function once(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that ensures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only executed once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no matter how many times it’s called.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Challenge 8 </a:t>
            </a: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a function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lazyAdder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(a) that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returns another function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that adds b when called.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 add5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lazyAdder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(5);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console.log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(add5(10));  - &gt; 15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console.log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(add5(20));  -&gt; 25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433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F2FE5-DC79-5901-93EA-BF4710561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Bonus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BF5EA-B4CA-32CA-31D5-A41B1D820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Debounce Function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(Managing Execution Timing with Closures)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Create a function debounce(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fn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delay) that ensures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fn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is called only once every delay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even if triggered multiple times.</a:t>
            </a:r>
          </a:p>
          <a:p>
            <a:pPr marL="457200" lvl="1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Throttle Function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(Limit Execution Rate Using Closures)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Create a function throttle(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fn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interval) that ensures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fn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is only called once per interval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ms.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Task Scheduler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(Closures &amp; Delayed Execution)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Create a function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taskScheduler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() that allows scheduling tasks with: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schedule(task, delay) ➝ Runs task after delay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cancelAll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() ➝ Cancels all scheduled tasks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Z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827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018135E-CCF7-554B-B226-A40F1FABAD04}" vid="{5B8BADFA-BD7F-3441-A947-B975480A85C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294</TotalTime>
  <Words>834</Words>
  <Application>Microsoft Macintosh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Functions, Closures, Scopes in JavaScript</vt:lpstr>
      <vt:lpstr>Introduction</vt:lpstr>
      <vt:lpstr>Types of Functions</vt:lpstr>
      <vt:lpstr>Execution Context - Brain</vt:lpstr>
      <vt:lpstr>Execution Context</vt:lpstr>
      <vt:lpstr>Lexical Environment - Memory</vt:lpstr>
      <vt:lpstr>Variable Environment</vt:lpstr>
      <vt:lpstr>Lexical Scoping – Visibility Rule</vt:lpstr>
      <vt:lpstr>Scope – Where Variables Live</vt:lpstr>
      <vt:lpstr>Closures – Remembering Variables</vt:lpstr>
      <vt:lpstr>How Are They Connected? </vt:lpstr>
      <vt:lpstr>Practice</vt:lpstr>
      <vt:lpstr>Practice</vt:lpstr>
      <vt:lpstr>Bonus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 in JavaScript</dc:title>
  <dc:creator>YUSUPOV MIRZOULUGBEK</dc:creator>
  <cp:lastModifiedBy>YUSUPOV MIRZOULUGBEK</cp:lastModifiedBy>
  <cp:revision>10</cp:revision>
  <dcterms:created xsi:type="dcterms:W3CDTF">2025-02-20T05:09:08Z</dcterms:created>
  <dcterms:modified xsi:type="dcterms:W3CDTF">2025-02-21T00:16:20Z</dcterms:modified>
</cp:coreProperties>
</file>