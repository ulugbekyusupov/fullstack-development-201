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40"/>
  </p:normalViewPr>
  <p:slideViewPr>
    <p:cSldViewPr snapToGrid="0">
      <p:cViewPr varScale="1">
        <p:scale>
          <a:sx n="112" d="100"/>
          <a:sy n="112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17/02/25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S" dirty="0"/>
              <a:t>JavaScript Operators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2A2E-3631-F14B-4E6C-9C37567E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Arithmetic Operators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AD7E111-BF63-A77A-8B94-470A40DDE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5733"/>
            <a:ext cx="8648700" cy="5007142"/>
          </a:xfrm>
        </p:spPr>
      </p:pic>
    </p:spTree>
    <p:extLst>
      <p:ext uri="{BB962C8B-B14F-4D97-AF65-F5344CB8AC3E}">
        <p14:creationId xmlns:p14="http://schemas.microsoft.com/office/powerpoint/2010/main" val="192181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39F5-FB21-C8EC-A71B-A919E6AC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Comparison Operators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math task&#10;&#10;Description automatically generated">
            <a:extLst>
              <a:ext uri="{FF2B5EF4-FFF2-40B4-BE49-F238E27FC236}">
                <a16:creationId xmlns:a16="http://schemas.microsoft.com/office/drawing/2014/main" id="{4C5692AD-8C2F-0E2F-147E-E9AC5990C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787392" cy="40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0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50C0-E993-10F7-7F5C-6347890A9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2CBFBF2-0357-7E98-F485-7E10D8024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8834"/>
            <a:ext cx="10147301" cy="2368145"/>
          </a:xfrm>
        </p:spPr>
      </p:pic>
    </p:spTree>
    <p:extLst>
      <p:ext uri="{BB962C8B-B14F-4D97-AF65-F5344CB8AC3E}">
        <p14:creationId xmlns:p14="http://schemas.microsoft.com/office/powerpoint/2010/main" val="203759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25F5-FB11-BC34-A939-85396AE5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Assignment Operators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shot of a math table&#10;&#10;Description automatically generated">
            <a:extLst>
              <a:ext uri="{FF2B5EF4-FFF2-40B4-BE49-F238E27FC236}">
                <a16:creationId xmlns:a16="http://schemas.microsoft.com/office/drawing/2014/main" id="{7E13668E-9192-44E4-1E7C-5473BE009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8174"/>
            <a:ext cx="9803130" cy="3714870"/>
          </a:xfrm>
        </p:spPr>
      </p:pic>
    </p:spTree>
    <p:extLst>
      <p:ext uri="{BB962C8B-B14F-4D97-AF65-F5344CB8AC3E}">
        <p14:creationId xmlns:p14="http://schemas.microsoft.com/office/powerpoint/2010/main" val="372130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0F6E-4AD3-90D0-9817-0D42E970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Ternary Operator (? :)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0CF0518-0A6B-89A2-EEE7-FD0617837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10325261" cy="4332922"/>
          </a:xfrm>
        </p:spPr>
      </p:pic>
    </p:spTree>
    <p:extLst>
      <p:ext uri="{BB962C8B-B14F-4D97-AF65-F5344CB8AC3E}">
        <p14:creationId xmlns:p14="http://schemas.microsoft.com/office/powerpoint/2010/main" val="413224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C4AA-63F2-1483-F403-13BE7392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Precedence &amp; Associativity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5102E8D-79A1-1B74-8D93-446DF55E8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945880" cy="4549350"/>
          </a:xfrm>
        </p:spPr>
      </p:pic>
    </p:spTree>
    <p:extLst>
      <p:ext uri="{BB962C8B-B14F-4D97-AF65-F5344CB8AC3E}">
        <p14:creationId xmlns:p14="http://schemas.microsoft.com/office/powerpoint/2010/main" val="398630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59F5-A4D1-9129-0DDB-C1C74B04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E89AB-88DF-7A7F-7467-71FE9A626BA3}"/>
              </a:ext>
            </a:extLst>
          </p:cNvPr>
          <p:cNvSpPr txBox="1"/>
          <p:nvPr/>
        </p:nvSpPr>
        <p:spPr>
          <a:xfrm>
            <a:off x="838200" y="156495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–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program should count how many even and odd numbers exist between 1 and a given number.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Print the count of even and odd numbers separately.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 modulus (%) operator to check if a number is even or odd.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–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a number as input and reverse it using only operators, loops, and if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1234 → 4321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 modulus (%) operator to extract the last digit.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division (/) to remove the last digit.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–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a number as input and find the largest digit using only operators, loops, and if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Extract digits using the modulus (%)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each digit with the current largest digit using if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 the last digit using division (/) inside a loop.</a:t>
            </a:r>
          </a:p>
        </p:txBody>
      </p:sp>
    </p:spTree>
    <p:extLst>
      <p:ext uri="{BB962C8B-B14F-4D97-AF65-F5344CB8AC3E}">
        <p14:creationId xmlns:p14="http://schemas.microsoft.com/office/powerpoint/2010/main" val="83003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1613-22D0-A0BD-F755-1583A6D9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DCF65-733D-E91F-B0D9-6B9256EC1CED}"/>
              </a:ext>
            </a:extLst>
          </p:cNvPr>
          <p:cNvSpPr txBox="1"/>
          <p:nvPr/>
        </p:nvSpPr>
        <p:spPr>
          <a:xfrm>
            <a:off x="838201" y="1690688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–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a number as input and find the sum of its digits using only operators, loops, and if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 modulus (%) operator to extract the last digit.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addition (+) to sum up the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 the last digit using division (/) inside a loop.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–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a number as input and count how many digits it has using only operators, loops, and if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division (/) inside a loop to remove digits one by 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a counter variable to keep track of the number of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837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275</Words>
  <Application>Microsoft Macintosh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JavaScript Operators</vt:lpstr>
      <vt:lpstr>Arithmetic Operators</vt:lpstr>
      <vt:lpstr>Comparison Operators</vt:lpstr>
      <vt:lpstr>Logical Operators</vt:lpstr>
      <vt:lpstr>Assignment Operators</vt:lpstr>
      <vt:lpstr>Ternary Operator (? :) </vt:lpstr>
      <vt:lpstr>Precedence &amp; Associativity</vt:lpstr>
      <vt:lpstr>Practice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Operators</dc:title>
  <dc:creator>YUSUPOV MIRZOULUGBEK</dc:creator>
  <cp:lastModifiedBy>YUSUPOV MIRZOULUGBEK</cp:lastModifiedBy>
  <cp:revision>4</cp:revision>
  <dcterms:created xsi:type="dcterms:W3CDTF">2025-02-14T06:33:35Z</dcterms:created>
  <dcterms:modified xsi:type="dcterms:W3CDTF">2025-02-17T04:52:26Z</dcterms:modified>
</cp:coreProperties>
</file>